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972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194560" cy="347472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HACKRU FALL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463040"/>
            <a:ext cx="2194560" cy="347472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50" b="1">
                <a:solidFill>
                  <a:srgbClr val="0EA5E9"/>
                </a:solidFill>
              </a:defRPr>
            </a:pPr>
            <a:r>
              <a:t>GOOGLE GEMINI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463040"/>
            <a:ext cx="2194560" cy="347472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815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50" b="1">
                <a:solidFill>
                  <a:srgbClr val="815AF6"/>
                </a:solidFill>
              </a:defRPr>
            </a:pPr>
            <a:r>
              <a:t>EDUCATION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Jot (Screen Tutor)</a:t>
            </a:r>
          </a:p>
          <a:p>
            <a:pPr>
              <a:spcBef>
                <a:spcPts val="600"/>
              </a:spcBef>
              <a:defRPr sz="2200" b="1">
                <a:solidFill>
                  <a:srgbClr val="0EA5E9"/>
                </a:solidFill>
              </a:defRPr>
            </a:pPr>
            <a:r>
              <a:t>The Real-Time Multimodal AI Study Buddy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An in-browser AI tutor powered by Gemini Live that sees the screen you choose to share, talks through your homework in real time, and places non-destructive visual notes right on your work.</a:t>
            </a:r>
            <a:br/>
            <a:br/>
            <a:r>
              <a:t>Starts with Socratic hints, checks your steps proactively, and turns your class syllabi, PDFs, and lectures into interactive quizzes and flashcards.</a:t>
            </a:r>
          </a:p>
        </p:txBody>
      </p:sp>
      <p:pic>
        <p:nvPicPr>
          <p:cNvPr id="9" name="Picture 8" descr="t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89120" cy="246887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32320" y="1645920"/>
            <a:ext cx="4389120" cy="2468879"/>
          </a:xfrm>
          <a:prstGeom prst="rect">
            <a:avLst/>
          </a:prstGeom>
          <a:noFill/>
          <a:ln w="25400">
            <a:solidFill>
              <a:srgbClr val="815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Devpost Submission: HackRU 2026  •  Live Demo Included  •  Built with FastAPI &amp; Google Gemini Live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INSPIRATION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Why Homework Help Is Broken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Traditional tools either cheat for the student or can't see the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F87171"/>
                </a:solidFill>
              </a:defRPr>
            </a:pPr>
            <a:r>
              <a:t>[X]  1. LLMs are Visually Blind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Standard chat boxes force students to type out multi-step equations or code bugs manually.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Text descriptions lose crucial spatial context (diagrams, graphs, compiler logs, and notebook steps).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Copy-pasting formulas and homework sheets breaks the natural study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FBBF24"/>
                </a:solidFill>
              </a:defRPr>
            </a:pPr>
            <a:r>
              <a:t>[!]  2. The 'Answer-Cheat' Trap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Search engines and chatbots vomit the direct solution immediately.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Students develop an illusion of competence without genuine conceptual understanding.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Zero pedagogical restraint: no guided questioning, no hints, and no active recall.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C084FC"/>
                </a:solidFill>
              </a:defRPr>
            </a:pPr>
            <a:r>
              <a:t>[?]  3. Siloed Course Context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Generic AI tools have no clue about your professor's specific syllabus or notation.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Course slides, past exam PDFs, and audio lectures sit idle in Downloads folders.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Students lack an integrated study partner tailored to each specific class.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Meet Jot: Your Real-Time Screen-Sharing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private, conversational peer that sees your screen and points where it 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EA5E9"/>
                </a:solidFill>
              </a:defRPr>
            </a:pPr>
            <a:r>
              <a:t>★  Core Capabilities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In-Browser Screen Sharing: Share a tab, window, or entire monitor with zero external desktop plugins.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Natural Voice Dialogue: Ask aloud or type; Jot listens, speaks back naturally, and supports fluid voice interruption (barge-in).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Visual Pointer &amp; Annotations: The model calls add_annotations to highlight equations, box minus signs, or circle code bugs directly over your preview.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Socratic Hinting: Gives pedagogical nudges first so you do the actual thinking and learning.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Proactive 'Check My Steps': Silently follows your math or code and only interrupts when you make a mistake.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Class Knowledge Hub: Ingests syllabi, lecture slides, and recordings to power custom quizzes, flashcards, and study guides.</a:t>
            </a:r>
          </a:p>
        </p:txBody>
      </p:sp>
      <p:pic>
        <p:nvPicPr>
          <p:cNvPr id="7" name="Picture 6" descr="t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29317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0" y="1828800"/>
            <a:ext cx="5212080" cy="2931795"/>
          </a:xfrm>
          <a:prstGeom prst="rect">
            <a:avLst/>
          </a:prstGeom>
          <a:noFill/>
          <a:ln w="25400">
            <a:solidFill>
              <a:srgbClr val="815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93776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Visual Grounding in Action: Jot highlights the exact step where an algebraic sign flipped without modifying or touching the user's host 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Full Walkthrough: Jot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Click the player below to watch the complete 115-second narrated walkthrough.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1709928"/>
            <a:ext cx="7187184" cy="4097655"/>
          </a:xfrm>
          <a:prstGeom prst="rect">
            <a:avLst/>
          </a:prstGeom>
          <a:solidFill>
            <a:srgbClr val="161E3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jot-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737360"/>
            <a:ext cx="7132320" cy="40119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737360"/>
            <a:ext cx="3200400" cy="44805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▶  Demo Chapters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0:00 - Introduction &amp; Motivation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0:15 - Seamless In-Browser Screen Share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0:32 - Visual Annotations ('add_annotations')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0:44 - Socratic Hints over Direct Answers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0:55 - Class Hub &amp; Material Uploads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1:07 - AI Quizzes, Flashcards &amp; Study Guides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1:18 - In-Stage PDF Document Tutoring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1:29 - 'Check My Steps' Proactive Coaching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1:40 - Zero-Retention Privacy 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HACKRU TRACK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Google Gemini Track: Real-Time Multimodal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Harnessing gemini-3.8-live for bidirectional low-latency audio, video, and tool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EA5E9"/>
                </a:solidFill>
              </a:defRPr>
            </a:pPr>
            <a:r>
              <a:t>⚡  Bidirectional Live Stream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Model: Powered by Google's latest gemini-3.8-live multimodal streaming API.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Sub-Second Latency: Continuous bidirectional audio and visual frame streaming over WebSockets.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Native Voice Barge-In: Natural conversational audio allows students to interrupt the tutor mid-explanation without delay or feedback loops.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815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815AF6"/>
                </a:solidFill>
              </a:defRPr>
            </a:pPr>
            <a:r>
              <a:t>🎯  Tool-Calling: add_annotations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Real-Time Visual Actions: The model invokes add_annotations to draw bounding boxes, underlines, and labels.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Normalized Coordinates: Gemini outputs bounding boxes [ymin, xmin, ymax, xmax] normalized from 0.0 to 1.0.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DOM Overlay Translation: Frontend dynamically aligns marks over the responsive video preview corresponding to the exact captured frame.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👁  Contextual Multimodality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Adaptive Frame Rate: Samples video frames dynamically on motion/content changes to optimize bandwidth and tokens.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Multimodal Socratic Grounding: Merges live visual frame tokens with spoken audio tokens in a unified attention stream.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Document &amp; Math OCR: Recognizes LaTeX, messy student handwriting, and code terminal outputs effortlessly.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5AF6"/>
                </a:solidFill>
              </a:defRPr>
            </a:pPr>
            <a:r>
              <a:t>HACKRU TRACK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Education Track: Pedagogical Design &amp; Active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Built from the ground up to empower learning rather than replace critical thinking.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815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815AF6"/>
                </a:solidFill>
              </a:defRPr>
            </a:pPr>
            <a:r>
              <a:t>🎓  Pedagogical Principles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Socratic First-Principles: System prompts explicitly enforce progressive hinting. The tutor asks guiding questions ('What is the sign of that term?') rather than solving problems outright.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Proactive 'Check My Steps': A dedicated coaching loop watches math or code steps silently. If a student makes a miscalculation, Jot chimes in with a timely voice hint before they dig into a rabbit hole.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Anti-Cheating Architecture: Quiz and exam APIs strictly separate questions from answer keys until submission, verifying conceptual mastery.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Active Recall &amp; Spaced Repetition: Interactive Flashcard Player featuring mastered vs. review sorting piles, shuffle mode, and instant review cycles.</a:t>
            </a:r>
          </a:p>
        </p:txBody>
      </p:sp>
      <p:pic>
        <p:nvPicPr>
          <p:cNvPr id="7" name="Picture 6" descr="t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29317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0" y="1828800"/>
            <a:ext cx="5212080" cy="2931795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93776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Grounded Class Materials: Ingests syllabi, past exams, and lecture slides to synthesize customized study packs with direct source page citations.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System &amp; Zero-Retention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FastAPI session gateway, provider-neutral WebSocket proxy, and sandboxed SVG overlay.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EA5E9"/>
                </a:solidFill>
              </a:defRPr>
            </a:pPr>
            <a:r>
              <a:t>💻  Browser Frontend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Vanilla JS + Vite: Ultra-lean, lightning-fast client with zero bloated dependencies.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WebRTC DisplayMedia: Native browser screen capture (window, tab, or monitor).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Sandboxed SVG Overlays: Annotations render strictly within the page over the preview; no external desktop injection or OS hooking.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Provider-Neutral Client: Browser never sees model names, system prompts, or Gemini API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815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815AF6"/>
                </a:solidFill>
              </a:defRPr>
            </a:pPr>
            <a:r>
              <a:t>⚙  FastAPI Backend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Session Gateway: Issues short-lived, one-time WebSocket connection tickets.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Streaming Proxy: Relays sampled video frames and audio chunks directly into Google GenAI SDK.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SQLite Persistence: Stores user class libraries, syllabi metadata, and generated quizzes locally with zero external DB dependencies.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Tool Execution Engine: Validates and marshals visual annotation payloads.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🔒  Zero-Retention Privacy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Ephemeral Media: Audio and video frames exist purely in server RAM during live streaming.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Zero Screen Recording: Video feeds and microphone streams are never recorded or written to disk.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User-Owned Data: Course files remain strictly in private local storage.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Memory Reset: Instant 'Reset memory' button flushes conversation history on command.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ENGINEERING FEATS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Challenges We Overcame &amp; What We're Proud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From cross-origin WebSockets to normalized bounding box rendering.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FBBF24"/>
                </a:solidFill>
              </a:defRPr>
            </a:pPr>
            <a:r>
              <a:t>⚡  Key Technical Challenges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Coordinate Normalization: Matching Gemini's normalized [0,1] visual coordinates to dynamically scaling browser elements with varying aspect ratios and devicePixelRatio.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Full-Duplex Audio &amp; Interruption: Implementing clean barge-in so the student's voice instantly interrupts model speech playback without creating echo feedback.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Dual-Mode Tutoring Engine: Architecting the transition between active conversational Q&amp;A and silent proactive step-monitoring ('Check my steps').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Zero-Leakage Security: Ensuring Google API keys and credentials are 100% backend-owned and never exposed to the client bundle.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🏆  Key Accomplishments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Sub-Second Multimodal Responsiveness: Created a snappy, truly conversational experience that feels like sitting next to a human peer tutor.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Non-Destructive Annotation Engine: High-fidelity visual markup overlay that highlights errors without ever modifying the user's host OS or application.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Complete Study Ecosystem: Automated synthesis of study guides, practice tests, and interactive flashcards with source citations from uploaded course materials.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Automated Video Synthesis: Built an end-to-end headless browser rendering pipeline that records full 1080p demo videos directly from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Where We're Taking Jot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Expanding accessibility, collaborative learning, and classroom integrations.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0EA5E9"/>
                </a:solidFill>
              </a:defRPr>
            </a:pPr>
            <a:r>
              <a:t>🏫  Classroom &amp; LMS Sync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Canvas &amp; Blackboard Integration: Direct one-click import of course syllabi, assignments, and lecture slide decks.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Teacher Analytics Dashboard: Anonymized insight reports showing professors the exact concepts students struggle with most.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Custom Teacher Personas: Allow professors to calibrate tutor strictness and pedagogical style.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815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815AF6"/>
                </a:solidFill>
              </a:defRPr>
            </a:pPr>
            <a:r>
              <a:t>📱  Multi-Device &amp; Stylus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Tablet &amp; Stylus Mode: Native iPad and Chromebook whiteboard mode with handwriting recognition and digital ink assistance.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Mobile Companion: Use phone as a live document camera pointing down at physical paper homework sheets.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Real-time Scratchpad: Shared collaborative digital canvas inside the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👥  Collaborative Study Pods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Peer Study Rooms: Multi-user study rooms where multiple classmates share screens and solve problem sets together.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AI Co-Facilitator: Jot acts as an impartial peer facilitator, moderating group discussions and nudging the group toward consensus.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Global Language Lock: Real-time bilingual translation for international study 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HACKRU 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Thank You! 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Jot: Share your screen, ask anything, and actually understand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📄  Devpost Submission Summary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Project Name: Jot (Screen Tutor)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Tracks: Google Gemini Track  •  Education Track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Tech Stack: Python, FastAPI, Google GenAI SDK (gemini-3.8-live), SQLite, WebSockets, Vanilla JS, HTML5, CSS3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Live Video: 115s Narrated Walkthrough embedded on Slide 4 (demo-video/out/jot-demo.mp4)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Privacy Standard: Zero screen/audio recording, fully in-memory live streaming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GitHub Repository: Open-source, production-ready codebase with full unit and integration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4846320" cy="42976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182880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🚀  Quick Start Instructions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1. Start Backend Gateway: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  backend\.venv\Scripts\python.exe -m uvicorn screen_tutor_backend.app:app --port 8000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2. Start Frontend Server: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  cd frontend &amp;&amp; npm run dev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3. Open Browser: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  Visit http://localhost:5173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4. Replay Presentation Video: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  Open Slide 4 in PowerPoint or run demo-video\out\jot-demo.mp4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